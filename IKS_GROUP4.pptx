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317" r:id="rId5"/>
    <p:sldId id="308" r:id="rId6"/>
    <p:sldId id="278" r:id="rId7"/>
    <p:sldId id="309" r:id="rId8"/>
    <p:sldId id="310" r:id="rId9"/>
    <p:sldId id="312" r:id="rId10"/>
    <p:sldId id="3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5" autoAdjust="0"/>
  </p:normalViewPr>
  <p:slideViewPr>
    <p:cSldViewPr snapToGrid="0">
      <p:cViewPr>
        <p:scale>
          <a:sx n="75" d="100"/>
          <a:sy n="75" d="100"/>
        </p:scale>
        <p:origin x="931" y="326"/>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1/9/2026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IN" dirty="0"/>
              <a:t>Ancient Architecture</a:t>
            </a:r>
            <a:br>
              <a:rPr lang="en-IN" dirty="0"/>
            </a:br>
            <a:r>
              <a:rPr lang="en-IN" dirty="0"/>
              <a:t>Art, Forts, Paintings, Sculptures, Temples &amp; Styles</a:t>
            </a:r>
            <a:br>
              <a:rPr lang="en-IN" dirty="0"/>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8094" y="486382"/>
            <a:ext cx="7655668" cy="6371618"/>
          </a:xfrm>
        </p:spPr>
        <p:txBody>
          <a:bodyPr/>
          <a:lstStyle/>
          <a:p>
            <a:r>
              <a:rPr lang="en-IN" dirty="0"/>
              <a:t> What is Ancient      Architecture</a:t>
            </a:r>
            <a:br>
              <a:rPr lang="en-IN" dirty="0"/>
            </a:br>
            <a:br>
              <a:rPr lang="en-IN" dirty="0"/>
            </a:br>
            <a:r>
              <a:rPr lang="en-IN" sz="3200" dirty="0"/>
              <a:t>Ancient architecture means the buildings and structures made by early civilizations.</a:t>
            </a:r>
            <a:br>
              <a:rPr lang="en-IN" sz="3200" dirty="0"/>
            </a:br>
            <a:br>
              <a:rPr lang="en-IN" sz="3200" dirty="0"/>
            </a:br>
            <a:r>
              <a:rPr lang="en-IN" sz="3200" dirty="0"/>
              <a:t>It shows how people lived, worshipped, and protected themselves.</a:t>
            </a:r>
            <a:br>
              <a:rPr lang="en-IN" sz="3200" dirty="0"/>
            </a:br>
            <a:br>
              <a:rPr lang="en-IN" sz="3200" dirty="0"/>
            </a:br>
            <a:r>
              <a:rPr lang="en-IN" sz="3200" dirty="0"/>
              <a:t>These structures reflect culture, religion, and technology of the past.</a:t>
            </a:r>
            <a:br>
              <a:rPr lang="en-IN" sz="3200" dirty="0"/>
            </a:br>
            <a:endParaRPr lang="en-US" sz="3200" dirty="0"/>
          </a:p>
        </p:txBody>
      </p:sp>
      <p:pic>
        <p:nvPicPr>
          <p:cNvPr id="6" name="Picture Placeholder 5">
            <a:extLst>
              <a:ext uri="{FF2B5EF4-FFF2-40B4-BE49-F238E27FC236}">
                <a16:creationId xmlns:a16="http://schemas.microsoft.com/office/drawing/2014/main" id="{919268BF-A16B-2F0F-C1C9-7CD23FCCD728}"/>
              </a:ext>
            </a:extLst>
          </p:cNvPr>
          <p:cNvPicPr>
            <a:picLocks noGrp="1" noChangeAspect="1"/>
          </p:cNvPicPr>
          <p:nvPr>
            <p:ph type="pic" idx="1"/>
          </p:nvPr>
        </p:nvPicPr>
        <p:blipFill>
          <a:blip r:embed="rId3"/>
          <a:srcRect l="4063" t="8483" r="55053" b="-8483"/>
          <a:stretch>
            <a:fillRect/>
          </a:stretch>
        </p:blipFill>
        <p:spPr>
          <a:xfrm>
            <a:off x="7401941" y="0"/>
            <a:ext cx="4790059" cy="6587067"/>
          </a:xfrm>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4944533" y="818200"/>
            <a:ext cx="6359589" cy="1688940"/>
          </a:xfrm>
        </p:spPr>
        <p:txBody>
          <a:bodyPr anchor="b"/>
          <a:lstStyle/>
          <a:p>
            <a:r>
              <a:rPr lang="en-IN" sz="2400" dirty="0"/>
              <a:t> </a:t>
            </a:r>
            <a:r>
              <a:rPr lang="en-IN" dirty="0"/>
              <a:t>Key Features of Ancient Architecture</a:t>
            </a:r>
            <a:br>
              <a:rPr lang="en-IN" sz="2400" dirty="0"/>
            </a:br>
            <a:endParaRPr lang="en-US" dirty="0"/>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4944533" y="2042160"/>
            <a:ext cx="6830907" cy="3442208"/>
          </a:xfrm>
        </p:spPr>
        <p:txBody>
          <a:bodyPr/>
          <a:lstStyle/>
          <a:p>
            <a:r>
              <a:rPr lang="en-IN" dirty="0"/>
              <a:t>Ancient buildings were made using stone, wood, and metal.</a:t>
            </a:r>
          </a:p>
          <a:p>
            <a:br>
              <a:rPr lang="en-IN" dirty="0"/>
            </a:br>
            <a:r>
              <a:rPr lang="en-IN" dirty="0"/>
              <a:t>Designs were symmetrical and well planned.</a:t>
            </a:r>
          </a:p>
          <a:p>
            <a:br>
              <a:rPr lang="en-IN" dirty="0"/>
            </a:br>
            <a:r>
              <a:rPr lang="en-IN" dirty="0"/>
              <a:t>Carvings showed gods, kings, animals, and nature.</a:t>
            </a:r>
          </a:p>
          <a:p>
            <a:br>
              <a:rPr lang="en-IN" dirty="0"/>
            </a:br>
            <a:r>
              <a:rPr lang="en-IN" dirty="0"/>
              <a:t>Religion and mythology strongly influenced designs.</a:t>
            </a:r>
          </a:p>
          <a:p>
            <a:br>
              <a:rPr lang="en-IN" dirty="0"/>
            </a:br>
            <a:r>
              <a:rPr lang="en-IN" dirty="0"/>
              <a:t>Forts were built for safety and defence.</a:t>
            </a:r>
            <a:br>
              <a:rPr lang="en-IN" dirty="0"/>
            </a:br>
            <a:endParaRPr lang="en-US" dirty="0"/>
          </a:p>
        </p:txBody>
      </p:sp>
      <p:pic>
        <p:nvPicPr>
          <p:cNvPr id="14" name="Picture Placeholder 13">
            <a:extLst>
              <a:ext uri="{FF2B5EF4-FFF2-40B4-BE49-F238E27FC236}">
                <a16:creationId xmlns:a16="http://schemas.microsoft.com/office/drawing/2014/main" id="{B548AE38-313D-2426-A3DE-DDF0967B1D4C}"/>
              </a:ext>
            </a:extLst>
          </p:cNvPr>
          <p:cNvPicPr>
            <a:picLocks noGrp="1" noChangeAspect="1"/>
          </p:cNvPicPr>
          <p:nvPr>
            <p:ph type="pic" sz="quarter" idx="11"/>
          </p:nvPr>
        </p:nvPicPr>
        <p:blipFill>
          <a:blip r:embed="rId3"/>
          <a:srcRect l="28444" r="28444"/>
          <a:stretch>
            <a:fillRect/>
          </a:stretch>
        </p:blipFill>
        <p:spPr/>
      </p:pic>
    </p:spTree>
    <p:extLst>
      <p:ext uri="{BB962C8B-B14F-4D97-AF65-F5344CB8AC3E}">
        <p14:creationId xmlns:p14="http://schemas.microsoft.com/office/powerpoint/2010/main" val="52000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IN" sz="3600" dirty="0"/>
              <a:t>Art in Ancient Architecture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p:txBody>
          <a:bodyPr>
            <a:normAutofit fontScale="70000" lnSpcReduction="20000"/>
          </a:bodyPr>
          <a:lstStyle/>
          <a:p>
            <a:r>
              <a:rPr lang="en-IN" sz="3200" dirty="0"/>
              <a:t>Art made ancient buildings beautiful and meaningful.</a:t>
            </a:r>
          </a:p>
          <a:p>
            <a:endParaRPr lang="en-IN" sz="3200" dirty="0"/>
          </a:p>
          <a:p>
            <a:r>
              <a:rPr lang="en-IN" sz="3200" dirty="0"/>
              <a:t>Murals and frescoes were painted on cave and temple walls.</a:t>
            </a:r>
          </a:p>
          <a:p>
            <a:endParaRPr lang="en-IN" sz="3200" dirty="0"/>
          </a:p>
          <a:p>
            <a:r>
              <a:rPr lang="en-IN" sz="3200" dirty="0"/>
              <a:t>Stone reliefs showed stories from history and mythology.</a:t>
            </a:r>
          </a:p>
          <a:p>
            <a:endParaRPr lang="en-IN" sz="3200" dirty="0"/>
          </a:p>
          <a:p>
            <a:r>
              <a:rPr lang="en-IN" sz="3200" dirty="0"/>
              <a:t>Inscriptions and calligraphy recorded important events.</a:t>
            </a:r>
          </a:p>
          <a:p>
            <a:endParaRPr lang="en-IN" sz="3200" dirty="0"/>
          </a:p>
          <a:p>
            <a:r>
              <a:rPr lang="en-IN" sz="3200" dirty="0"/>
              <a:t>Metal art was used on doors, pillars, and statues</a:t>
            </a:r>
            <a:r>
              <a:rPr lang="en-IN" sz="2400" dirty="0"/>
              <a:t>.</a:t>
            </a:r>
          </a:p>
          <a:p>
            <a:endParaRPr lang="en-IN"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416560" y="-558800"/>
            <a:ext cx="5455920" cy="1351280"/>
          </a:xfrm>
        </p:spPr>
        <p:txBody>
          <a:bodyPr/>
          <a:lstStyle/>
          <a:p>
            <a:r>
              <a:rPr lang="en-IN" dirty="0"/>
              <a:t>Ancient Paintings</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416560" y="873761"/>
            <a:ext cx="5455920" cy="5770880"/>
          </a:xfrm>
        </p:spPr>
        <p:txBody>
          <a:bodyPr>
            <a:normAutofit/>
          </a:bodyPr>
          <a:lstStyle/>
          <a:p>
            <a:endParaRPr lang="en-IN" dirty="0"/>
          </a:p>
          <a:p>
            <a:r>
              <a:rPr lang="en-IN" sz="2800" dirty="0"/>
              <a:t>Paintings were used to decorate caves and temples.</a:t>
            </a:r>
          </a:p>
          <a:p>
            <a:r>
              <a:rPr lang="en-IN" sz="2800" dirty="0"/>
              <a:t>Cave paintings showed religious stories and daily life.</a:t>
            </a:r>
          </a:p>
          <a:p>
            <a:r>
              <a:rPr lang="en-IN" sz="2800" dirty="0"/>
              <a:t>Murals were painted on large walls.</a:t>
            </a:r>
          </a:p>
          <a:p>
            <a:r>
              <a:rPr lang="en-IN" sz="2800" dirty="0"/>
              <a:t>Miniature paintings were small and detailed artworks.</a:t>
            </a:r>
          </a:p>
          <a:p>
            <a:r>
              <a:rPr lang="en-IN" sz="2800" dirty="0"/>
              <a:t>Examples:</a:t>
            </a:r>
          </a:p>
          <a:p>
            <a:r>
              <a:rPr lang="en-IN" sz="2800" dirty="0"/>
              <a:t>Ajanta Cave Paintings, Madhubani Paintings</a:t>
            </a:r>
          </a:p>
          <a:p>
            <a:endParaRPr lang="en-IN" dirty="0"/>
          </a:p>
        </p:txBody>
      </p:sp>
      <p:pic>
        <p:nvPicPr>
          <p:cNvPr id="4" name="Content Placeholder 3">
            <a:extLst>
              <a:ext uri="{FF2B5EF4-FFF2-40B4-BE49-F238E27FC236}">
                <a16:creationId xmlns:a16="http://schemas.microsoft.com/office/drawing/2014/main" id="{6BD354F0-8437-314D-0A0C-814DE2E6A09D}"/>
              </a:ext>
            </a:extLst>
          </p:cNvPr>
          <p:cNvPicPr>
            <a:picLocks noGrp="1" noChangeAspect="1"/>
          </p:cNvPicPr>
          <p:nvPr>
            <p:ph sz="quarter" idx="12"/>
          </p:nvPr>
        </p:nvPicPr>
        <p:blipFill>
          <a:blip r:embed="rId3"/>
          <a:stretch>
            <a:fillRect/>
          </a:stretch>
        </p:blipFill>
        <p:spPr>
          <a:xfrm>
            <a:off x="6195378" y="690880"/>
            <a:ext cx="5742622" cy="4511040"/>
          </a:xfrm>
        </p:spPr>
      </p:pic>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IN" sz="3600" dirty="0"/>
              <a:t>Ancient Sculptures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8" y="2039110"/>
            <a:ext cx="6055361" cy="4818890"/>
          </a:xfrm>
        </p:spPr>
        <p:txBody>
          <a:bodyPr>
            <a:normAutofit/>
          </a:bodyPr>
          <a:lstStyle/>
          <a:p>
            <a:r>
              <a:rPr lang="en-IN" sz="2400" dirty="0"/>
              <a:t>Sculptures were made from stone, metal, and wood.</a:t>
            </a:r>
          </a:p>
          <a:p>
            <a:r>
              <a:rPr lang="en-IN" sz="2400" dirty="0"/>
              <a:t>They showed gods, rulers, and mythical creatures.</a:t>
            </a:r>
          </a:p>
          <a:p>
            <a:endParaRPr lang="en-IN" sz="2400" dirty="0"/>
          </a:p>
          <a:p>
            <a:r>
              <a:rPr lang="en-IN" sz="2400" dirty="0"/>
              <a:t>Some were carved inside rocks and caves.</a:t>
            </a:r>
          </a:p>
          <a:p>
            <a:endParaRPr lang="en-IN" sz="2400" dirty="0"/>
          </a:p>
          <a:p>
            <a:r>
              <a:rPr lang="en-IN" sz="2400" dirty="0"/>
              <a:t>Many sculptures were very large and detailed.</a:t>
            </a:r>
          </a:p>
          <a:p>
            <a:endParaRPr lang="en-IN" sz="2400" dirty="0"/>
          </a:p>
          <a:p>
            <a:r>
              <a:rPr lang="en-IN" sz="2400" dirty="0"/>
              <a:t>Examples:</a:t>
            </a:r>
          </a:p>
          <a:p>
            <a:r>
              <a:rPr lang="en-IN" sz="2400" dirty="0"/>
              <a:t>Gomateshwara Statue, Great Sphinx of Giza</a:t>
            </a:r>
            <a:endParaRPr lang="en-US" sz="2400" dirty="0"/>
          </a:p>
          <a:p>
            <a:endParaRPr lang="en-US" dirty="0"/>
          </a:p>
        </p:txBody>
      </p:sp>
      <p:pic>
        <p:nvPicPr>
          <p:cNvPr id="8" name="Picture Placeholder 7">
            <a:extLst>
              <a:ext uri="{FF2B5EF4-FFF2-40B4-BE49-F238E27FC236}">
                <a16:creationId xmlns:a16="http://schemas.microsoft.com/office/drawing/2014/main" id="{79ACB2CF-B648-2BDF-AC77-10245B736655}"/>
              </a:ext>
            </a:extLst>
          </p:cNvPr>
          <p:cNvPicPr>
            <a:picLocks noGrp="1" noChangeAspect="1"/>
          </p:cNvPicPr>
          <p:nvPr>
            <p:ph type="pic" sz="quarter" idx="10"/>
          </p:nvPr>
        </p:nvPicPr>
        <p:blipFill>
          <a:blip r:embed="rId3"/>
          <a:srcRect l="30317" r="30317"/>
          <a:stretch>
            <a:fillRect/>
          </a:stretch>
        </p:blipFill>
        <p:spPr/>
      </p:pic>
    </p:spTree>
    <p:extLst>
      <p:ext uri="{BB962C8B-B14F-4D97-AF65-F5344CB8AC3E}">
        <p14:creationId xmlns:p14="http://schemas.microsoft.com/office/powerpoint/2010/main" val="859909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894080" y="182880"/>
            <a:ext cx="10728960" cy="6543040"/>
          </a:xfrm>
        </p:spPr>
        <p:txBody>
          <a:bodyPr/>
          <a:lstStyle/>
          <a:p>
            <a:r>
              <a:rPr lang="en-IN" dirty="0"/>
              <a:t>Conclusion</a:t>
            </a:r>
            <a:br>
              <a:rPr lang="en-IN" dirty="0"/>
            </a:br>
            <a:br>
              <a:rPr lang="en-IN" dirty="0"/>
            </a:br>
            <a:r>
              <a:rPr lang="en-IN" sz="3600" dirty="0"/>
              <a:t>Ancient architecture tells us about history and culture.</a:t>
            </a:r>
            <a:br>
              <a:rPr lang="en-IN" sz="3600" dirty="0"/>
            </a:br>
            <a:br>
              <a:rPr lang="en-IN" sz="3600" dirty="0"/>
            </a:br>
            <a:r>
              <a:rPr lang="en-IN" sz="3600" dirty="0"/>
              <a:t>It includes art, forts, temples, paintings, and sculptures.</a:t>
            </a:r>
            <a:br>
              <a:rPr lang="en-IN" sz="3600" dirty="0"/>
            </a:br>
            <a:br>
              <a:rPr lang="en-IN" sz="3600" dirty="0"/>
            </a:br>
            <a:r>
              <a:rPr lang="en-IN" sz="3600" dirty="0"/>
              <a:t>These structures inspire modern buildings even today.</a:t>
            </a:r>
            <a:br>
              <a:rPr lang="en-IN" sz="3600" dirty="0"/>
            </a:br>
            <a:br>
              <a:rPr lang="en-IN" sz="3600" dirty="0"/>
            </a:br>
            <a:r>
              <a:rPr lang="en-IN" sz="3600" dirty="0"/>
              <a:t>Ancient architecture is a proud heritage of humanity.</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{3586503B-4177-4184-9A0C-1FC2A6A43420}tf11964407_win32</Template>
  <TotalTime>34</TotalTime>
  <Words>320</Words>
  <Application>Microsoft Office PowerPoint</Application>
  <PresentationFormat>Widescreen</PresentationFormat>
  <Paragraphs>46</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Gill Sans Nova Light</vt:lpstr>
      <vt:lpstr>Sagona Book</vt:lpstr>
      <vt:lpstr>Custom</vt:lpstr>
      <vt:lpstr>Ancient Architecture Art, Forts, Paintings, Sculptures, Temples &amp; Styles </vt:lpstr>
      <vt:lpstr> What is Ancient      Architecture  Ancient architecture means the buildings and structures made by early civilizations.  It shows how people lived, worshipped, and protected themselves.  These structures reflect culture, religion, and technology of the past. </vt:lpstr>
      <vt:lpstr> Key Features of Ancient Architecture </vt:lpstr>
      <vt:lpstr>Art in Ancient Architecture</vt:lpstr>
      <vt:lpstr>Ancient Paintings</vt:lpstr>
      <vt:lpstr>Ancient Sculptures</vt:lpstr>
      <vt:lpstr>Conclusion  Ancient architecture tells us about history and culture.  It includes art, forts, temples, paintings, and sculptures.  These structures inspire modern buildings even today.  Ancient architecture is a proud heritage of humanity.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Anupam Shrivas</dc:creator>
  <cp:lastModifiedBy>Anupam Shrivas</cp:lastModifiedBy>
  <cp:revision>1</cp:revision>
  <dcterms:created xsi:type="dcterms:W3CDTF">2026-01-09T11:48:47Z</dcterms:created>
  <dcterms:modified xsi:type="dcterms:W3CDTF">2026-01-09T12:23:37Z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